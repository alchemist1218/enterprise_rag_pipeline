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5282"/>
                </a:solidFill>
              </a:defRPr>
            </a:pPr>
            <a:r>
              <a:t>Retail Brand Performance (Simple 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13329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 Name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Therapeutic Class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Quarterly Sales ($M)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Share (%)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YoY Growth (%)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CardioMax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Cardiology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145.2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+8.2%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OncoShield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Oncology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98.7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+14.5%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NeuroRest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Neurology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64.1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RespiClear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Respiratory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112.4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+5.3%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Longitudinal Patient Segments &amp; Pipeline Matrix (Complex 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21916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3200400"/>
                <a:gridCol w="1371600"/>
                <a:gridCol w="121889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 ID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Indication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 Cohort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Payer Mix Status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Adherence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Launch Year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CTX-901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Refractory NSCLC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Adults (Age 55+)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Medicare: 60% / Comm: 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NT-402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Treatment-Resistant MDD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Young Adults (18-34)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Commercial: 85% / Gov: 15%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IMM-711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Severe Crohn's 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Pediatric/Adult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Commercial: 70% / Medicaid: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ORP-305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Huntington's Chorea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Orphan Population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Global Reimbursement Matrix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